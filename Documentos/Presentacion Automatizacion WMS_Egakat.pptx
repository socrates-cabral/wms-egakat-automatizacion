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AUTOMATIZACIÓN DE REPORTES WMS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70AD47"/>
                </a:solidFill>
              </a:rPr>
              <a:t>Transformación Digital del Control de Gestión — Egakat 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</a:rPr>
              <a:t>Sócrates Cabral   |   Head of Control Management &amp; CI   |   08 de marzo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EL PROBLEMA: ANTES DE LA AUTOMATIZACIÓN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6517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~2 HORAS
DIARIAS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Trabajo manual y repetitivo
para descargar 27 reportes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6517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7D31"/>
                </a:solidFill>
              </a:rPr>
              <a:t>RIESGO DE
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Archivos mal nombrados
rompen los dashboards Power 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6517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DEPENDENCIA
PERSONAL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Si falta alguien,
los datos no llegan a tiempo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26517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51760" cy="457200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920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95959"/>
                </a:solidFill>
              </a:rPr>
              <a:t>DATO
TARDIO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0175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Información disponible
a media mañana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LA SOLUCIÓN: 3 MÓDULOS DE 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Python + Playwright ejecuta automáticamente L-V a las 8:00 AM: 27 reportes descargados y disponibles en OneDrive sin intervención humana.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291840" cy="82296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MÓDULO 1: Stock WMS
Semanal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32918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3 reportes
3 centros de distribución
~5 minutos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291840" cy="82296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59" y="21488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MÓDULO 2: Staging
IN / 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926080"/>
            <a:ext cx="32918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16 reportes
16 empresas clientes
~10 minutos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103120"/>
            <a:ext cx="3291840" cy="82296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14884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MÓDULO 3: Consulta de
Posiciones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926080"/>
            <a:ext cx="32918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</a:rPr>
              <a:t>8 reportes
4 depósitos
~4 minutos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solidFill>
            <a:srgbClr val="DEEAF1"/>
          </a:solidFill>
          <a:ln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</a:rPr>
              <a:t>Total: 27 reportes automatizados   |   Ejecución L-V 8:00 AM   |   Sin intervención humana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MÓDULO 1 — STOCK WMS SEMANAL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Descarga diaria del inventario completo de los 3 centros de distribución activos.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0" cy="77724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920240"/>
            <a:ext cx="10332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057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Quilicura  —  Inventario completo CD principal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48640" cy="77724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926080"/>
            <a:ext cx="10332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Pudahuel  —  Inventario CD Moderno + Unitario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0" cy="77724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931920"/>
            <a:ext cx="103327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069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Pudahuel Unitario  —  Inventario unitarizado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0972800" cy="1005840"/>
          </a:xfrm>
          <a:prstGeom prst="rect">
            <a:avLst/>
          </a:prstGeom>
          <a:solidFill>
            <a:srgbClr val="DEEAF1"/>
          </a:solidFill>
          <a:ln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</a:rPr>
              <a:t>Resultado: 3 archivos Excel con nombre estandarizado en OneDrive → Power BI los consume sin configuración adicional.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MÓDULO 2 — STAGING IN /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Descarga el reporte 'Consulta Stock con Staging In y Out' para 16 empresas clientes.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657600" cy="73152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QUILICURA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365760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Cervecería ABI
Daikin · Daikin Clientes
Derco · Mascotas Latinas
Pochteca
(6 clientes)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657600" cy="73152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PUDAHUEL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65760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Barentz · Buraschi · Cepas Chile
Collico · Delibest · Intime
Nativo Drinks · Tres Montes
Unilever
(9 clientes)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657600" cy="7315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1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PUDAHUEL
UNITARIO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365760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651760"/>
            <a:ext cx="3383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Runo SPA
(1 cliente)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FDF2D0"/>
          </a:solidFill>
          <a:ln>
            <a:solidFill>
              <a:srgbClr val="FDF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Cada cliente recibe su CSV con nombre original del WMS — trazabilidad completa.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MÓDULO 3 — CONSULTA DE POSICIONES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Descarga 8 reportes de posiciones (Ocupadas / Libres) para los 4 depósitos.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0175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Quilicura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828800"/>
            <a:ext cx="3840480" cy="77724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9385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5C23"/>
                </a:solidFill>
              </a:rPr>
              <a:t>Posiciones Ocupadas.xlsx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828800"/>
            <a:ext cx="4297680" cy="777240"/>
          </a:xfrm>
          <a:prstGeom prst="rect">
            <a:avLst/>
          </a:prstGeom>
          <a:solidFill>
            <a:srgbClr val="DEEAF1"/>
          </a:solidFill>
          <a:ln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193852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4E79"/>
                </a:solidFill>
              </a:rPr>
              <a:t>Posiciones Libres.xlsx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30175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4436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Pudahuel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834640"/>
            <a:ext cx="3840480" cy="77724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9443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5C23"/>
                </a:solidFill>
              </a:rPr>
              <a:t>Posiciones Ocupadas Moderno.xlsx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834640"/>
            <a:ext cx="4297680" cy="777240"/>
          </a:xfrm>
          <a:prstGeom prst="rect">
            <a:avLst/>
          </a:prstGeom>
          <a:solidFill>
            <a:srgbClr val="DEEAF1"/>
          </a:solidFill>
          <a:ln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294436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4E79"/>
                </a:solidFill>
              </a:rPr>
              <a:t>Posiciones Libres Moderno.xlsx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30175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95020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Pudahuel Unitario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840480"/>
            <a:ext cx="3840480" cy="77724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39502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5C23"/>
                </a:solidFill>
              </a:rPr>
              <a:t>Posiciones Ocupadas Unitario.xlsx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840480"/>
            <a:ext cx="4297680" cy="777240"/>
          </a:xfrm>
          <a:prstGeom prst="rect">
            <a:avLst/>
          </a:prstGeom>
          <a:solidFill>
            <a:srgbClr val="DEEAF1"/>
          </a:solidFill>
          <a:ln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395020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4E79"/>
                </a:solidFill>
              </a:rPr>
              <a:t>Posiciones Libres Unitario.xlsx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30175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95604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</a:rPr>
              <a:t>Pudahuel Refrigerado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4846320"/>
            <a:ext cx="3840480" cy="77724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0" y="495604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5C23"/>
                </a:solidFill>
              </a:rPr>
              <a:t>Posiciones Ocupadas Refrigerado.xlsx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4846320"/>
            <a:ext cx="4297680" cy="777240"/>
          </a:xfrm>
          <a:prstGeom prst="rect">
            <a:avLst/>
          </a:prstGeom>
          <a:solidFill>
            <a:srgbClr val="DEEAF1"/>
          </a:solidFill>
          <a:ln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495604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4E79"/>
                </a:solidFill>
              </a:rPr>
              <a:t>Posiciones Libres Refrigerado.xlsx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C23"/>
                </a:solidFill>
              </a:rPr>
              <a:t>Nombres de archivo FIJOS — Power Query los conecta directamente sin re-configurar.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IMPACTO Y BENEFICIOS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645920"/>
            <a:ext cx="2651760" cy="10972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500+
horas/año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</a:rPr>
              <a:t>liberadas para análisis
de valor estratégico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45920"/>
            <a:ext cx="2651760" cy="10972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100%
consistente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</a:rPr>
              <a:t>datos estandarizados
para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2651760" cy="109728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8:20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</a:rPr>
              <a:t>datos disponibles antes
de iniciar el día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645920"/>
            <a:ext cx="2651760" cy="1097280"/>
          </a:xfrm>
          <a:prstGeom prst="rect">
            <a:avLst/>
          </a:prstGeom>
          <a:solidFill>
            <a:srgbClr val="A00000"/>
          </a:solidFill>
          <a:ln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691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 errores
humanos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</a:rPr>
              <a:t>proceso automático
sin intervención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"De recopilar datos a generar valor."
El equipo ya no dedica 2 horas diarias a descargar reportes. Ese tiempo se reinvierte en análisis, mejoras de proceso y soporte estratégico a la operación.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¿CÓMO FUNCIONA? — ARQUITECTURA SIMPLIFICADA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8:00 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560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Programador
de Tareas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Activa el proceso
automáticamente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8:00–8:20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560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Python +
Playwright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Navega el WMS y
descarga 27 reportes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8:20 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011680"/>
            <a:ext cx="2560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0AD47"/>
                </a:solidFill>
              </a:rPr>
              <a:t>OneDrive
for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Archivos sincronizados
a SharePoint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194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371600"/>
            <a:ext cx="2560320" cy="6400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8:25 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011680"/>
            <a:ext cx="2560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0AD47"/>
                </a:solidFill>
              </a:rPr>
              <a:t>Power BI
Dashboards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926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Reportes actualizados
automáticamente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11247120" cy="1645920"/>
          </a:xfrm>
          <a:prstGeom prst="rect">
            <a:avLst/>
          </a:prstGeom>
          <a:solidFill>
            <a:srgbClr val="DEEAF1"/>
          </a:solidFill>
          <a:ln>
            <a:solidFill>
              <a:srgbClr val="DE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2976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4E79"/>
                </a:solidFill>
              </a:rPr>
              <a:t>Tecnologías: Python 3  |  Playwright (Microsoft)  |  Windows Task Scheduler  |  OneDrive for Business  |  Power BI
Modo: headless=True — el navegador opera en segundo plano sin interferir en el trabajo diario.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PRÓXIMOS PASOS —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194560" cy="91440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En curso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371600"/>
            <a:ext cx="8961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1435608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Modo silencioso activo
headless=True en los 3 módulos — sin ventanas visibles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2194560" cy="9144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697479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⏳ Pendiente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560320"/>
            <a:ext cx="8961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2624327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Azure AD + Correo único
Aprobación IT para App Registration — jcontreras@tinetservices.cl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2194560" cy="91440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🔮 Planificado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749039"/>
            <a:ext cx="8961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3813048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Power BI Dashboards
Dashboards operacionales sobre los datos automatizados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2194560" cy="914400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🔍 Exploración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4937760"/>
            <a:ext cx="8961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5001768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Alertas inteligentes
Notificaciones ante anomalías de stock o staging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217920"/>
            <a:ext cx="11430000" cy="502920"/>
          </a:xfrm>
          <a:prstGeom prst="rect">
            <a:avLst/>
          </a:prstGeom>
          <a:solidFill>
            <a:srgbClr val="FDF2D0"/>
          </a:solidFill>
          <a:ln>
            <a:solidFill>
              <a:srgbClr val="FDF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7D31"/>
                </a:solidFill>
              </a:rPr>
              <a:t>Para avanzar en Azure AD: enviar aprobación a José Contreras (IT) — jcontreras@tinetservices.cl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0AD47"/>
                </a:solidFill>
              </a:rPr>
              <a:t>El futuro de la operación logística no está en hacer más de lo mismo,
sino en hacer que lo repetitivo se haga solo.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</a:rPr>
              <a:t>Sócrates Cabral   |   Head of Control Management &amp; Continuous Improvement
Egakat SPA   |   socrates.cabral@egakat.cl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724</Words>
  <Application>Microsoft Office PowerPoint</Application>
  <PresentationFormat>Personalizado</PresentationFormat>
  <Paragraphs>94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Socrates Cabral</dc:creator>
  <cp:keywords/>
  <dc:description>generated using python-pptx</dc:description>
  <cp:lastModifiedBy>Socrates Cabral</cp:lastModifiedBy>
  <cp:revision>1</cp:revision>
  <dcterms:created xsi:type="dcterms:W3CDTF">2013-01-27T09:14:16Z</dcterms:created>
  <dcterms:modified xsi:type="dcterms:W3CDTF">2026-03-09T00:45:47Z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2026-03-09T00:45:47Z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510eed63-b339-4d07-a366-2e592c6524b3</vt:lpwstr>
  </property>
  <property fmtid="{D5CDD505-2E9C-101B-9397-08002B2CF9AE}" pid="7" name="MSIP_Label_defa4170-0d19-0005-0004-bc88714345d2_ActionId">
    <vt:lpwstr>079581e2-f717-4d12-b164-48d18de97cec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